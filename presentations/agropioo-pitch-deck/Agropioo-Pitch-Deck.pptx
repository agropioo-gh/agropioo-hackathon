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36576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C1D8C1"/>
          </a:solidFill>
          <a:ln/>
        </p:spPr>
      </p:sp>
      <p:pic>
        <p:nvPicPr>
          <p:cNvPr id="5" name="Image 0" descr="C:\Users\User\OneDrive\Desktop\Ali-Baba-Halathon-3\agropioo-hackathon\presentations\agropioo-pitch-deck\assets/logo-foot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2377440" cy="786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1840" y="6675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BUILT FOR PAKISTAN · READY FOR THE WORLD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" y="15087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farm knows more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1D8C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 the farmer is told.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713232" y="3200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AI agriculture advisor that knows your farm, your crop, your weather — and tells you what to do and when, in your own language.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GROWTH      ·      INTELLIGENCE      ·      ACCESS</a:t>
            </a:r>
            <a:endParaRPr lang="en-US" sz="1000" dirty="0"/>
          </a:p>
        </p:txBody>
      </p:sp>
      <p:pic>
        <p:nvPicPr>
          <p:cNvPr id="11" name="Image 1" descr="C:\Users\User\OneDrive\Desktop\Ali-Baba-Halathon-3\agropioo-hackathon\presentations\agropioo-pitch-deck\assets/logo-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383280"/>
            <a:ext cx="1234440" cy="1234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3" name="Shape 9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45 million farmers making life-and-death decisions on guesswork.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2514600" cy="54864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30–40%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crops lost yearly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preventable causes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2860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286000"/>
            <a:ext cx="2514600" cy="54864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&lt; 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29000" y="3383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farms reached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extension services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2860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286000"/>
            <a:ext cx="2514600" cy="54864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080760" y="3383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data sources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available to most farmers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HUMAN COST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86384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disease spotted too late.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1D8C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field watered before the rain.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F88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crop sold at the wrong market.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a smallholder family, each of these is not an inconvenience — it is a season's income riding on a guess.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people with the least information have the most to lose.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platform that turns daily crop questions into clear, timed answers.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901952" cy="2103120"/>
          </a:xfrm>
          <a:prstGeom prst="roundRect">
            <a:avLst>
              <a:gd name="adj" fmla="val 5769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77440"/>
            <a:ext cx="1901952" cy="54864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Advisor routes each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to the right specialist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0" y="2377440"/>
            <a:ext cx="1901952" cy="2103120"/>
          </a:xfrm>
          <a:prstGeom prst="roundRect">
            <a:avLst>
              <a:gd name="adj" fmla="val 5769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2377440"/>
            <a:ext cx="1901952" cy="54864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306324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 disease detection,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prices &amp; weather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2377440"/>
            <a:ext cx="1901952" cy="2103120"/>
          </a:xfrm>
          <a:prstGeom prst="roundRect">
            <a:avLst>
              <a:gd name="adj" fmla="val 5769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377440"/>
            <a:ext cx="1901952" cy="54864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KNOW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306324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 records, growth stages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&amp; profit tracking per field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2377440"/>
            <a:ext cx="1901952" cy="2103120"/>
          </a:xfrm>
          <a:prstGeom prst="roundRect">
            <a:avLst>
              <a:gd name="adj" fmla="val 5769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377440"/>
            <a:ext cx="1901952" cy="54864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GROW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306324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Crop recommendations &amp;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schemes you qualify for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58521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 WE'VE BUILT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working suite of eight tools on one dashboard.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075688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Advisor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76656" y="2441448"/>
            <a:ext cx="161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specialist agents · streaming chat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1965960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2075688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Disease Detect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70048" y="2441448"/>
            <a:ext cx="161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 scan → diagnosis → treatment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35424" y="1965960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75688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Pest Prediction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63440" y="2441448"/>
            <a:ext cx="161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7-day outbreak risk per farm &amp; crop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28816" y="1965960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075688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Mandi Prices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56832" y="2441448"/>
            <a:ext cx="161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gov sources · 14-day forecast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099816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20954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" y="3575304"/>
            <a:ext cx="161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hyperlocal forecast · daily advisory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42032" y="3099816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320954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 Records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670048" y="3575304"/>
            <a:ext cx="161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 fields · log every activity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35424" y="3099816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20954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Profit &amp; Loss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63440" y="3575304"/>
            <a:ext cx="161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· ROI · break-even tracking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28816" y="3099816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320954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Crop Planner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56832" y="3575304"/>
            <a:ext cx="161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soil + season + market scored picks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8 languages  ·  268 tests  ·  full-stack Next.js  ·  offline PWA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INNOVATION · 01 — AI ADVISOR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86384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 a chatbot.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triage team of specialist agents.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triage orchestrator understands your question and routes it to the right specialist — each with live tool access to your farm records, weather, market prices, and a knowledge base.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Streaming responses  ·  conversation memory  ·  persisted history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0720" y="21488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70448" y="2276856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Crop advisor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70448" y="2651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&amp; crop science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61504" y="21488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71232" y="2276856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 agent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71232" y="2651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forecast + advice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0" y="3191256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3319272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Farm-data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70448" y="3694176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records &amp; history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61504" y="3191256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3319272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Prices 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71232" y="3694176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markets &amp; projections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60720" y="4233672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4361688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Schemes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70448" y="473659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subsidies you qualify for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61504" y="4233672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4361688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Handoff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71232" y="473659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human escalation when needed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6" name="Shape 24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INNOVATION · 02 — DISEASE DETECTION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86384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photo of a leaf.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diagnosis in seconds.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 a photo of a diseased leaf — the model classifies it across 38+ crop diseases and returns a diagnosis, confidence score, and clear treatment plan.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2011680"/>
            <a:ext cx="2926080" cy="2423160"/>
          </a:xfrm>
          <a:prstGeom prst="roundRect">
            <a:avLst>
              <a:gd name="adj" fmla="val 3774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SCAN → DIAGNOSE → TREAT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89320" y="26700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 the affected leaf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89320" y="3108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3090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Classified across 38+ diseases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3547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5295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score + diagnosis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398678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9684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Treatment advice, then ask more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INNOVATION · 03 — PEST OUTBREAK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86384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Predict the outbreak before it arrives.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Incidence-driven risk scoring per farm and crop — powered by scraped district data, weather factors, and growth stage analysis.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201168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20665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7-day forecast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23042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score per day with trend chart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0" y="2670048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27249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Per-farm scoring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96265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 + growth stage + incidence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3328416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3383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362102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 read / dismiss with notifications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3986784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4041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Treatment costs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42793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PKR-priced spray &amp; pesticide advice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INNOVATION · 04 — LIVE MARKETS &amp; WEATHER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 data under real decisions.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977640" cy="2331720"/>
          </a:xfrm>
          <a:prstGeom prst="roundRect">
            <a:avLst>
              <a:gd name="adj" fmla="val 4706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Mandi Prices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prices from 6 official Pakistani sources with a 14-day statistical forecast and sell / hold signals.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Holt–Winters forecast  ·  price alerts  ·  transport cost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3977640" cy="2331720"/>
          </a:xfrm>
          <a:prstGeom prst="roundRect">
            <a:avLst>
              <a:gd name="adj" fmla="val 4706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Weather Advisory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27432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Hyperlocal forecast woven with your crop and growth stage — one clear advisory: when to irrigate, spray, or protect.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425196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OpenWeather  ·  stage-aware rules  ·  daily advisory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INNOVATION · 05 — THE DATA BACKBONE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Advice is only as good as the farm it's grounded in.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2606040" cy="54864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Farm Records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field on a map,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activity logged.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4408" y="246888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2468880"/>
            <a:ext cx="2606040" cy="54864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Profit &amp; Loss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47288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Budget, spend, ROI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break-even per crop.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0176" y="246888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0176" y="2468880"/>
            <a:ext cx="2606040" cy="54864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Crop Planner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63056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Soil, season &amp; market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demand scored picks.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Software-only, API-driven, built to run and to scale.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2311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25146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full-stack, no separate backend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33472" y="2148840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22311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Neon Postgres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61488" y="25146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Lakebase database, migrations in-repo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18304" y="2148840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311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@openai/agents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triaging multi-agent advisor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03136" y="2148840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22311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Hugging Face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31152" y="25146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plant-disease vision model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916936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99923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OpenWeather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328269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hyperlocal forecast feeds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33472" y="2916936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299923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gov APIs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61488" y="328269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mandi price ingestion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8304" y="2916936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9923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pgvector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28269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knowledge-base semantic search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03136" y="2916936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299923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Cloudinary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31152" y="328269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 image storage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Secured sessions  ·  every route validated  ·  per-IP rate limiting  ·  uniform error shape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FEASIBILITY — WHAT WE'VE SHIPPED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Fully working today.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760720" cy="2514600"/>
          </a:xfrm>
          <a:prstGeom prst="roundRect">
            <a:avLst>
              <a:gd name="adj" fmla="val 3636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SHIPPED &amp; TESTED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25877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auth — signup, OTP, login, reset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8437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28437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advisor · 6 agents · streaming · RAG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0998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30998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Crop disease detection + treatment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35584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33558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Pest outbreak prediction · 7-day forecast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36118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Mandi prices · 6 sources · forecast · alerts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8679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8679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 advisory · stage-aware · daily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12394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41239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Farms, records, P&amp;L, crop planner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3799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43799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languages with RTL · 268 automated tests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2103120"/>
            <a:ext cx="2148840" cy="2514600"/>
          </a:xfrm>
          <a:prstGeom prst="roundRect">
            <a:avLst>
              <a:gd name="adj" fmla="val 4255"/>
            </a:avLst>
          </a:prstGeom>
          <a:solidFill>
            <a:srgbClr val="F0FDF4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5877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67728" y="25877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polish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29535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67728" y="29535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non-English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33192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67728" y="33192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Broader schemes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6850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67728" y="36850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 price sources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4" name="Shape 32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memory to margin.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 farmer knows before they act, the pattern of loss stops repeating.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88036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20–40%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crops lost to preventable causes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0048" y="288036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0048" y="288036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2" name="Text 10"/>
          <p:cNvSpPr/>
          <p:nvPr/>
        </p:nvSpPr>
        <p:spPr>
          <a:xfrm>
            <a:off x="2852928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30–40%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852928" y="3749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water wasted irrigating before 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91456" y="288036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91456" y="288036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6" name="Text 14"/>
          <p:cNvSpPr/>
          <p:nvPr/>
        </p:nvSpPr>
        <p:spPr>
          <a:xfrm>
            <a:off x="4974336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15–25%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74336" y="3749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by selling at the right 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12864" y="288036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2864" y="288036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0" name="Text 18"/>
          <p:cNvSpPr/>
          <p:nvPr/>
        </p:nvSpPr>
        <p:spPr>
          <a:xfrm>
            <a:off x="7095744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95744" y="3749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languages, one local advisor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OneDrive\Desktop\Ali-Baba-Halathon-3\agropioo-hackathon\presentations\agropioo-pitch-deck\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377440" cy="7863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645920"/>
            <a:ext cx="7863840" cy="131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Built for Pakistan.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85800" y="23774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C6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Ready for the world.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13232" y="32461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agriculture that respects tradition and scales with technology — advice in every farmer's own language, on the phone already in their hand.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13232" y="4069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41422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early access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· by Aplinode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12" name="Shape 9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Built for Pakistan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Agropioo — AI Agriculture Advisor for Pakistan</dc:title>
  <dc:subject>PptxGenJS Presentation</dc:subject>
  <dc:creator>Agropioo</dc:creator>
  <cp:lastModifiedBy>Agropioo</cp:lastModifiedBy>
  <cp:revision>1</cp:revision>
  <dcterms:created xsi:type="dcterms:W3CDTF">2026-09-07T09:28:36Z</dcterms:created>
  <dcterms:modified xsi:type="dcterms:W3CDTF">2026-09-07T09:28:36Z</dcterms:modified>
</cp:coreProperties>
</file>